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B3FA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0B3FA8">
              <a:alpha val="45000"/>
            </a:srgbClr>
          </a:solidFill>
          <a:ln/>
        </p:spPr>
      </p:sp>
      <p:pic>
        <p:nvPicPr>
          <p:cNvPr id="4" name="Image 0" descr="bitepay_logo_on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PRESENTATION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SmartSplit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Management &amp; Payment Settlement Platform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4434840"/>
            <a:ext cx="3840480" cy="0"/>
          </a:xfrm>
          <a:prstGeom prst="line">
            <a:avLst/>
          </a:prstGeom>
          <a:noFill/>
          <a:ln w="25400">
            <a:solidFill>
              <a:srgbClr val="005D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709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Kashish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5074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CS2341300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4709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BitePay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75120" y="5074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June 2026 – 7 August 2026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75120" y="5440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Data Analytics &amp; Software Development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4" name="Image 0" descr="icon_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4619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075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280160" y="15636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BitePay — Tech that Serves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566928" cy="566928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8" name="Image 1" descr="icon_ge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422063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26771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80160" y="25237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Data Analytics &amp; Software Dev. Intern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12" name="Image 2" descr="icon_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38218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2278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280160" y="3483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 (7 Jun – 7 Aug 2026)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548640" y="4206240"/>
            <a:ext cx="566928" cy="566928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16" name="Image 3" descr="icon_lay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4342303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418795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280160" y="44439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— Payments &amp; Data Analytics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126480" y="132588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101600" dist="38100" dir="5400000">
              <a:srgbClr val="AAB8D6">
                <a:alpha val="35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446520" y="1600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Areas of Exposure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6446520" y="2203704"/>
            <a:ext cx="109728" cy="109728"/>
          </a:xfrm>
          <a:prstGeom prst="ellipse">
            <a:avLst/>
          </a:prstGeom>
          <a:solidFill>
            <a:srgbClr val="005DF6"/>
          </a:solidFill>
          <a:ln/>
        </p:spPr>
      </p:sp>
      <p:sp>
        <p:nvSpPr>
          <p:cNvPr id="22" name="Text 16"/>
          <p:cNvSpPr/>
          <p:nvPr/>
        </p:nvSpPr>
        <p:spPr>
          <a:xfrm>
            <a:off x="6720840" y="2075688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Development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446520" y="2862072"/>
            <a:ext cx="109728" cy="109728"/>
          </a:xfrm>
          <a:prstGeom prst="ellipse">
            <a:avLst/>
          </a:prstGeom>
          <a:solidFill>
            <a:srgbClr val="005DF6"/>
          </a:solidFill>
          <a:ln/>
        </p:spPr>
      </p:sp>
      <p:sp>
        <p:nvSpPr>
          <p:cNvPr id="24" name="Text 18"/>
          <p:cNvSpPr/>
          <p:nvPr/>
        </p:nvSpPr>
        <p:spPr>
          <a:xfrm>
            <a:off x="6720840" y="2734056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 (Node.js + Express.js)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6446520" y="3520440"/>
            <a:ext cx="109728" cy="109728"/>
          </a:xfrm>
          <a:prstGeom prst="ellipse">
            <a:avLst/>
          </a:prstGeom>
          <a:solidFill>
            <a:srgbClr val="005DF6"/>
          </a:solidFill>
          <a:ln/>
        </p:spPr>
      </p:sp>
      <p:sp>
        <p:nvSpPr>
          <p:cNvPr id="26" name="Text 20"/>
          <p:cNvSpPr/>
          <p:nvPr/>
        </p:nvSpPr>
        <p:spPr>
          <a:xfrm>
            <a:off x="6720840" y="3392424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with MongoDB &amp; Mongoose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6446520" y="4178808"/>
            <a:ext cx="109728" cy="109728"/>
          </a:xfrm>
          <a:prstGeom prst="ellipse">
            <a:avLst/>
          </a:prstGeom>
          <a:solidFill>
            <a:srgbClr val="005DF6"/>
          </a:solidFill>
          <a:ln/>
        </p:spPr>
      </p:sp>
      <p:sp>
        <p:nvSpPr>
          <p:cNvPr id="28" name="Text 22"/>
          <p:cNvSpPr/>
          <p:nvPr/>
        </p:nvSpPr>
        <p:spPr>
          <a:xfrm>
            <a:off x="6720840" y="4050792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&amp; Secure Password Handling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6446520" y="4837176"/>
            <a:ext cx="109728" cy="109728"/>
          </a:xfrm>
          <a:prstGeom prst="ellipse">
            <a:avLst/>
          </a:prstGeom>
          <a:solidFill>
            <a:srgbClr val="005DF6"/>
          </a:solidFill>
          <a:ln/>
        </p:spPr>
      </p:sp>
      <p:sp>
        <p:nvSpPr>
          <p:cNvPr id="30" name="Text 24"/>
          <p:cNvSpPr/>
          <p:nvPr/>
        </p:nvSpPr>
        <p:spPr>
          <a:xfrm>
            <a:off x="6720840" y="470916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 (Razorpay)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6446520" y="5495544"/>
            <a:ext cx="109728" cy="109728"/>
          </a:xfrm>
          <a:prstGeom prst="ellipse">
            <a:avLst/>
          </a:prstGeom>
          <a:solidFill>
            <a:srgbClr val="005DF6"/>
          </a:solidFill>
          <a:ln/>
        </p:spPr>
      </p:sp>
      <p:sp>
        <p:nvSpPr>
          <p:cNvPr id="32" name="Text 26"/>
          <p:cNvSpPr/>
          <p:nvPr/>
        </p:nvSpPr>
        <p:spPr>
          <a:xfrm>
            <a:off x="6720840" y="5367528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Fintech Product Workflow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SmartSplit — BitePay Summer Internship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BitePay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4846320"/>
          </a:xfrm>
          <a:prstGeom prst="roundRect">
            <a:avLst>
              <a:gd name="adj" fmla="val 3256"/>
            </a:avLst>
          </a:prstGeom>
          <a:solidFill>
            <a:srgbClr val="0B1F4B"/>
          </a:solidFill>
          <a:ln/>
        </p:spPr>
      </p:sp>
      <p:pic>
        <p:nvPicPr>
          <p:cNvPr id="4" name="Image 0" descr="bitepay_logo_on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920240"/>
            <a:ext cx="2194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297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“Tech that Serves”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5394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Registered · 2025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92040" y="1463040"/>
            <a:ext cx="512064" cy="512064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8" name="Image 1" descr="icon_mon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935" y="1585935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141732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BitePay is a fintech company building digital payment and financial-utility products.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892040" y="2606040"/>
            <a:ext cx="512064" cy="512064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11" name="Image 2" descr="icon_lay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935" y="2728935"/>
            <a:ext cx="266273" cy="2662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77840" y="256032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AI/Data Analytics and software engineering to power its payment-related software.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892040" y="3749040"/>
            <a:ext cx="512064" cy="512064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14" name="Image 3" descr="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935" y="3871935"/>
            <a:ext cx="266273" cy="2662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577840" y="370332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practical, real-world product building — interns contribute directly to live features.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892040" y="4937760"/>
            <a:ext cx="6537960" cy="1234440"/>
          </a:xfrm>
          <a:prstGeom prst="roundRect">
            <a:avLst>
              <a:gd name="adj" fmla="val 7407"/>
            </a:avLst>
          </a:prstGeom>
          <a:solidFill>
            <a:srgbClr val="E9F0FF"/>
          </a:solidFill>
          <a:ln/>
        </p:spPr>
      </p:sp>
      <p:sp>
        <p:nvSpPr>
          <p:cNvPr id="17" name="Text 11"/>
          <p:cNvSpPr/>
          <p:nvPr/>
        </p:nvSpPr>
        <p:spPr>
          <a:xfrm>
            <a:off x="5120640" y="507492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Role: </a:t>
            </a:r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intern in AI, Data Analytics &amp; Software Development, I contributed to building a fintech-style expense and payment-settlement product from the ground up.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SmartSplit — BitePay Summer Internship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28216"/>
            <a:ext cx="566928" cy="566928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5" name="Image 0" descr="icon_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1864279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27048"/>
            <a:ext cx="42062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full-stack application end-to-end, not isolated components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14173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29400" y="1728216"/>
            <a:ext cx="566928" cy="566928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9" name="Image 1" descr="icon_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463" y="1864279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60920" y="1527048"/>
            <a:ext cx="42062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designing and consuming REST APIs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83464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3145536"/>
            <a:ext cx="566928" cy="566928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13" name="Image 2" descr="icon_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3281599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2944368"/>
            <a:ext cx="42062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secure authentication using JWT and password hashing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0" y="283464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3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629400" y="3145536"/>
            <a:ext cx="566928" cy="566928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17" name="Image 3" descr="icon_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463" y="3281599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60920" y="2944368"/>
            <a:ext cx="42062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schema design and data modeling with MongoDB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42519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3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77240" y="4562856"/>
            <a:ext cx="566928" cy="566928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21" name="Image 4" descr="icon_bulls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03" y="4698919"/>
            <a:ext cx="294803" cy="29480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08760" y="4361688"/>
            <a:ext cx="42062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real third-party payment gateway (Razorpay) into a live workflow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400800" y="42519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3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629400" y="4562856"/>
            <a:ext cx="566928" cy="566928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25" name="Image 5" descr="icon_bullsey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5463" y="4698919"/>
            <a:ext cx="294803" cy="29480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360920" y="4361688"/>
            <a:ext cx="42062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practical exposure to a professional fintech product environment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SmartSplit — BitePay Summer Internship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Project: SmartSplit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expense-splitting and payment-settlement application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0B1F4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9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SmartSplit simplifies managing shared expenses. Users create shared expenses, split amounts equally or by custom shares among participants, track balances on a dashboard, and settle outstanding amounts online.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3703320"/>
            <a:ext cx="4526280" cy="0"/>
          </a:xfrm>
          <a:prstGeom prst="line">
            <a:avLst/>
          </a:prstGeom>
          <a:noFill/>
          <a:ln w="19050">
            <a:solidFill>
              <a:srgbClr val="005D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88620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9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are handled through Razorpay Checkout, and every payment is verified on the backend rather than trusted from the frontend alone — closing a common security gap in payment flows.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55778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755648"/>
            <a:ext cx="621792" cy="621792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11" name="Image 0" descr="icon_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5438" y="1904878"/>
            <a:ext cx="323332" cy="3233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59168" y="16733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059168" y="2011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secure login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35040" y="2724912"/>
            <a:ext cx="55778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36208" y="2926080"/>
            <a:ext cx="621792" cy="621792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16" name="Image 1" descr="icon_splitbi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438" y="3075310"/>
            <a:ext cx="323332" cy="3233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59168" y="284378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Splitting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059168" y="31821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or custom shares among participants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035040" y="3895344"/>
            <a:ext cx="55778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36208" y="4096512"/>
            <a:ext cx="621792" cy="621792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21" name="Image 2" descr="icon_lay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438" y="4245742"/>
            <a:ext cx="323332" cy="3233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59168" y="4014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059168" y="435254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expenses &amp; outstanding balances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035040" y="5065776"/>
            <a:ext cx="55778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236208" y="5266944"/>
            <a:ext cx="621792" cy="621792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26" name="Image 3" descr="icon_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438" y="5416174"/>
            <a:ext cx="323332" cy="3233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59168" y="51846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059168" y="552297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shares via Razorpay Checkout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SmartSplit — BitePay Summer Internship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88820" y="1673352"/>
            <a:ext cx="731520" cy="731520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5" name="Image 0" descr="icon_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4385" y="1848917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146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8346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JavaScript, HTML, CSS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53128" y="141732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93308" y="1673352"/>
            <a:ext cx="731520" cy="731520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10" name="Image 1" descr="icon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873" y="1848917"/>
            <a:ext cx="380390" cy="3803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6008" y="25146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36008" y="28346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 (REST APIs)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357616" y="141732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797796" y="1673352"/>
            <a:ext cx="731520" cy="731520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15" name="Image 2" descr="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3361" y="1848917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0496" y="25146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540496" y="28346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with Mongoose ODM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74904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988820" y="4005072"/>
            <a:ext cx="731520" cy="731520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20" name="Image 3" descr="icon_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4385" y="4180637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" y="4846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31520" y="516636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authentication, bcrypt password hashing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453128" y="374904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893308" y="4005072"/>
            <a:ext cx="731520" cy="731520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25" name="Image 4" descr="icon_c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8873" y="4180637"/>
            <a:ext cx="380390" cy="38039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36008" y="4846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636008" y="516636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Payment Gateway &amp; Checkout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357616" y="374904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3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797796" y="4005072"/>
            <a:ext cx="731520" cy="731520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30" name="Image 5" descr="icon_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3361" y="4180637"/>
            <a:ext cx="380390" cy="38039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540496" y="4846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540496" y="516636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npm, Nodemon, Git/GitHub, dotenv, CORS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SmartSplit — BitePay Summer Internship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frontend, backend, database and payment workflow came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65860" y="3543300"/>
            <a:ext cx="9829800" cy="0"/>
          </a:xfrm>
          <a:prstGeom prst="line">
            <a:avLst/>
          </a:prstGeom>
          <a:noFill/>
          <a:ln w="31750">
            <a:solidFill>
              <a:srgbClr val="AFC4E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3017520"/>
            <a:ext cx="1051560" cy="1051560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6" name="Image 0" descr="icon_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3269894"/>
            <a:ext cx="546811" cy="5468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380744" y="2889504"/>
            <a:ext cx="384048" cy="384048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80744" y="2871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06040" y="3017520"/>
            <a:ext cx="1051560" cy="1051560"/>
          </a:xfrm>
          <a:prstGeom prst="ellipse">
            <a:avLst/>
          </a:prstGeom>
          <a:solidFill>
            <a:srgbClr val="0B1F4B"/>
          </a:solidFill>
          <a:ln/>
        </p:spPr>
      </p:sp>
      <p:pic>
        <p:nvPicPr>
          <p:cNvPr id="11" name="Image 1" descr="icon_re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414" y="3269894"/>
            <a:ext cx="546811" cy="54681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03120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UI)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346704" y="2889504"/>
            <a:ext cx="384048" cy="384048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46704" y="2871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0" y="3017520"/>
            <a:ext cx="1051560" cy="1051560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16" name="Image 2" descr="icon_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374" y="3269894"/>
            <a:ext cx="546811" cy="54681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69080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 APIs)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312664" y="2889504"/>
            <a:ext cx="384048" cy="384048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312664" y="2871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537960" y="3017520"/>
            <a:ext cx="1051560" cy="1051560"/>
          </a:xfrm>
          <a:prstGeom prst="ellipse">
            <a:avLst/>
          </a:prstGeom>
          <a:solidFill>
            <a:srgbClr val="0B1F4B"/>
          </a:solidFill>
          <a:ln/>
        </p:spPr>
      </p:sp>
      <p:pic>
        <p:nvPicPr>
          <p:cNvPr id="21" name="Image 3" descr="icon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334" y="3269894"/>
            <a:ext cx="546811" cy="54681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35040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7278624" y="2889504"/>
            <a:ext cx="384048" cy="384048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278624" y="2871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503920" y="3017520"/>
            <a:ext cx="1051560" cy="1051560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26" name="Image 4" descr="icon_c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6294" y="3269894"/>
            <a:ext cx="546811" cy="54681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01000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Flow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9244584" y="2889504"/>
            <a:ext cx="384048" cy="384048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9244584" y="2871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10469880" y="3017520"/>
            <a:ext cx="1051560" cy="1051560"/>
          </a:xfrm>
          <a:prstGeom prst="ellipse">
            <a:avLst/>
          </a:prstGeom>
          <a:solidFill>
            <a:srgbClr val="0B1F4B"/>
          </a:solidFill>
          <a:ln/>
        </p:spPr>
      </p:sp>
      <p:pic>
        <p:nvPicPr>
          <p:cNvPr id="31" name="Image 5" descr="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2254" y="3269894"/>
            <a:ext cx="546811" cy="54681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66960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11210544" y="2889504"/>
            <a:ext cx="384048" cy="384048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11210544" y="2871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9F0FF"/>
          </a:solidFill>
          <a:ln/>
        </p:spPr>
      </p:sp>
      <p:sp>
        <p:nvSpPr>
          <p:cNvPr id="36" name="Text 28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the frontend, backend APIs, database and payment workflow into a single working application — rather than building components in isolation.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SmartSplit — BitePay Summer Internship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Key Learnings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45920"/>
            <a:ext cx="566928" cy="566928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5" name="Image 0" descr="icon_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743" y="1781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37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914400" y="2478024"/>
            <a:ext cx="109728" cy="10972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228600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DNS/SRV resolution and TLS connection issues when connecting the Node.js backend to the Atlas cluster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3529584"/>
            <a:ext cx="109728" cy="10972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333756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connection strings, DNS resolution, IP whitelisting and Node.js config affect a live backend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4581144"/>
            <a:ext cx="109728" cy="10972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438912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the Razorpay flow — creating orders, launching Checkout from React, and securely verifying payments on the backend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72200" y="1371600"/>
            <a:ext cx="5440680" cy="4892040"/>
          </a:xfrm>
          <a:prstGeom prst="roundRect">
            <a:avLst>
              <a:gd name="adj" fmla="val 2243"/>
            </a:avLst>
          </a:prstGeom>
          <a:solidFill>
            <a:srgbClr val="0B1F4B"/>
          </a:solidFill>
          <a:ln/>
        </p:spPr>
      </p:sp>
      <p:sp>
        <p:nvSpPr>
          <p:cNvPr id="14" name="Shape 11"/>
          <p:cNvSpPr/>
          <p:nvPr/>
        </p:nvSpPr>
        <p:spPr>
          <a:xfrm>
            <a:off x="6492240" y="164592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5" name="Image 1" descr="icon_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303" y="1781983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1737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6537960" y="247802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4"/>
          <p:cNvSpPr/>
          <p:nvPr/>
        </p:nvSpPr>
        <p:spPr>
          <a:xfrm>
            <a:off x="6812280" y="228600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 full-stack app end-to-end — connecting React, Express, and MongoDB instead of isolated pieces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537960" y="334670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6"/>
          <p:cNvSpPr/>
          <p:nvPr/>
        </p:nvSpPr>
        <p:spPr>
          <a:xfrm>
            <a:off x="6812280" y="315468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designing REST APIs and implementing JWT-based authentication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537960" y="421538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18"/>
          <p:cNvSpPr/>
          <p:nvPr/>
        </p:nvSpPr>
        <p:spPr>
          <a:xfrm>
            <a:off x="6812280" y="402336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MongoDB schemas for a real application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537960" y="508406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0"/>
          <p:cNvSpPr/>
          <p:nvPr/>
        </p:nvSpPr>
        <p:spPr>
          <a:xfrm>
            <a:off x="6812280" y="489204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integrate and secure a real online payment workflow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SmartSplit — BitePay Summer Internship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Outcomes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completing the two-month internship, I was able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57400"/>
            <a:ext cx="566928" cy="566928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6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71" y="21934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01368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working full-stack SmartSplit prototype — React dashboard + Node/Express backend + MongoDB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169164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01968" y="2057400"/>
            <a:ext cx="566928" cy="566928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10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031" y="219346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801368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users to register, log in, and manage shared expenses end to end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264408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" y="3630168"/>
            <a:ext cx="566928" cy="566928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14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71" y="3766231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374136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equal and custom expense splitting among participants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0" y="3264408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601968" y="3630168"/>
            <a:ext cx="566928" cy="566928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18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031" y="3766231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15200" y="3374136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view outstanding balances and initiate real payments via Razorpay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4837176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2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" y="5202936"/>
            <a:ext cx="566928" cy="566928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22" name="Image 4" descr="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71" y="5338999"/>
            <a:ext cx="294803" cy="29480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4946904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backend payment verification, not just frontend trust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0" y="4837176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AF8"/>
            </a:solidFill>
            <a:prstDash val="solid"/>
          </a:ln>
          <a:effectLst>
            <a:outerShdw sx="100000" sy="100000" kx="0" ky="0" algn="bl" rotWithShape="0" blurRad="76200" dist="25400" dir="5400000">
              <a:srgbClr val="AAB8D6">
                <a:alpha val="2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601968" y="5202936"/>
            <a:ext cx="566928" cy="566928"/>
          </a:xfrm>
          <a:prstGeom prst="ellipse">
            <a:avLst/>
          </a:prstGeom>
          <a:solidFill>
            <a:srgbClr val="1FA97A"/>
          </a:solidFill>
          <a:ln/>
        </p:spPr>
      </p:sp>
      <p:pic>
        <p:nvPicPr>
          <p:cNvPr id="26" name="Image 5" descr="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8031" y="5338999"/>
            <a:ext cx="294803" cy="29480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315200" y="4946904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practical, integrated experience across auth, database design and fintech payment workflows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SmartSplit — BitePay Summer Internship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B3FA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0B3FA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005DF6"/>
          </a:solidFill>
          <a:ln/>
        </p:spPr>
      </p:sp>
      <p:pic>
        <p:nvPicPr>
          <p:cNvPr id="5" name="Image 0" descr="icon_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9637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8229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 a 2-month Summer Internship in AI, Data Analytics &amp; Software Development at BitePay, from 7 June 2026 to 7 August 2026.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880360"/>
            <a:ext cx="3840480" cy="0"/>
          </a:xfrm>
          <a:prstGeom prst="line">
            <a:avLst/>
          </a:prstGeom>
          <a:noFill/>
          <a:ln w="25400">
            <a:solidFill>
              <a:srgbClr val="005D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1546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SmartSplit, a full-stack expense-splitting and payment-settlement application connecting React, Express, MongoDB and Razorpay — gaining hands-on experience in authentication, database design, REST APIs and real-world fintech payment integration.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4617720"/>
            <a:ext cx="10424160" cy="1371600"/>
          </a:xfrm>
          <a:prstGeom prst="roundRect">
            <a:avLst>
              <a:gd name="adj" fmla="val 8000"/>
            </a:avLst>
          </a:prstGeom>
          <a:solidFill>
            <a:srgbClr val="0B3FA8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475488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internship strengthened my ability to connect theoretical knowledge with real-world, end-to-end product development — and deepened my interest in building practical, full-stack fintech solutions.”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2026-08-29T05:23:06Z</dcterms:created>
  <dcterms:modified xsi:type="dcterms:W3CDTF">2026-08-29T05:23:06Z</dcterms:modified>
</cp:coreProperties>
</file>